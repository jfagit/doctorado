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Old Standard TT"/>
      <p:regular r:id="rId12"/>
      <p:bold r:id="rId13"/>
      <p: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ldStandardTT-bold.fntdata"/><Relationship Id="rId12" Type="http://schemas.openxmlformats.org/officeDocument/2006/relationships/font" Target="fonts/OldStandardT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3615f44ab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3615f44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36f95cf55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d36f95cf5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d36f95cf5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d36f95cf5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de vías enriquecidas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pathways caracterizan al primer y tercer trimestre?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57900" y="19051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Procesamiento de Pisarka 2023</a:t>
            </a:r>
            <a:endParaRPr/>
          </a:p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4924275" y="1882200"/>
            <a:ext cx="3837000" cy="22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Expresión diferencial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GSEA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Script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47050" y="277500"/>
            <a:ext cx="8649900" cy="13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Pathways enriquecidos en ambos trimestres</a:t>
            </a:r>
            <a:endParaRPr u="sng"/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211725" y="1109000"/>
            <a:ext cx="8277000" cy="27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GO_Biological_Process_2023__Fatty Acid Oxidation ⇒ Femeninas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s" sz="1500">
                <a:solidFill>
                  <a:srgbClr val="000000"/>
                </a:solidFill>
              </a:rPr>
              <a:t>GO_Biological_Process_2023__Fatty Acid Catabolic Process ⇒ Femeninas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GO_Biological_Process_2023__Transforming Growth Factor Beta Receptor Signaling Pathway  ⇒ Masculina (?)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Tres vías de metabolismo de aminoácidos ⇒ Femeninas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UPR ⇒ Femeninas 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GO_Molecular_Function_2023__Cysteine-Type Endopeptidase Activity ⇒ Masculinas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47050" y="277500"/>
            <a:ext cx="8649900" cy="13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Caracterización de genes DEG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u="sng"/>
              <a:t>Primer trimestre</a:t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247050" y="1848150"/>
            <a:ext cx="8277000" cy="27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Male: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Los genes sobreexpresados se agrupan en diferentes vías: en el metabolismo lipídico podrían estar actuando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SULT4A1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DKK2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TOX3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mientras que en el metabolismo de la glucosa podrían participar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TMSB4Y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KDM5D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 En la respuesta inflamatoria, destacan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IL3RA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IL1RAPL1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CD99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DNASE1L3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mientras que en la modulación antiinflamatoria podrían estar involucrados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DDX3Y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USP9Y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 Estos genes podrían impactar vías clave como la señalización de citoquinas inflamatorias (IL-1 e IL-3) y la vía Wnt, que regula procesos metabólicos y celulares clave.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Fem</a:t>
            </a:r>
            <a:r>
              <a:rPr lang="es" sz="1500"/>
              <a:t>ale: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Los genes sobreexpresados en muestras femeninas podrían estar involucrados en varias vías biológicas.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LEP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regula el metabolismo energético y lipídico,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STS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participa en la sulfatación de lípidos.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PPP1R1A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podría influir en la señalización de la insulina. En la respuesta inflamatoria,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CLEC4E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actúa en la inmunidad innata,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LBP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está relacionado con la inflamación por endotoxinas. Genes como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KDM6A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pueden influir en la respuesta inflamatoria a través de la regulación epigenética. Estos genes impactan vías hormonales, inmunes y metabólicas.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247050" y="277500"/>
            <a:ext cx="8649900" cy="13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Caracterización de genes DEG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u="sng"/>
              <a:t>Tercer trimestre</a:t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247050" y="1848150"/>
            <a:ext cx="8277000" cy="27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Male: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Los genes sobreexpresados en muestras masculinas están involucrados en varias vías biológicas.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TMSB4Y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podría influir en el metabolismo lipídico mediante la organización del citoesqueleto, mientras que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KDM5D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TBL1Y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afectan el metabolismo energético a través de la regulación epigenética y la señalización nuclear. En cuanto a la inflamación,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DDX3Y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USP9Y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RPS4Y1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están implicados en la respuesta inmune y la síntesis proteica, mientras que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UTY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USP9Y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participan en la resolución de la inflamación mediante la regulación de la ubiquitinación de proteínas.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s" sz="1500"/>
              <a:t>Female: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Los genes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APCS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LTF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están relacionados con el metabolismo de lípidos, participando en la regulación del transporte lipídico en el plasma. En el metabolismo de carbohidratos o glucosa, se destacan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IL2RG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KDM6A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RPS4X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aunque su influencia es más indirecta. En cuanto a procesos inflamatorios,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CRHBP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actúa como un regulador antiinflamatorio, mientras que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KRT17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se asocia con la respuesta inflamatoria y estrés.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CXorf36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PRAME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también están implicados en la respuesta inmune y la inflamación, aunque su papel específico varía.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Comparación con GSE109082 </a:t>
            </a:r>
            <a:endParaRPr u="sng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71675"/>
            <a:ext cx="81540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Hay 75 pathways compartidos entre “Pisarka 2023 - </a:t>
            </a:r>
            <a:r>
              <a:rPr lang="es" sz="1700"/>
              <a:t>GSE 109082</a:t>
            </a:r>
            <a:r>
              <a:rPr lang="es" sz="1700"/>
              <a:t> ‘First late trimester’ ” pero solo estos nos interesan:</a:t>
            </a:r>
            <a:br>
              <a:rPr lang="es" sz="1700"/>
            </a:br>
            <a:endParaRPr sz="1700"/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MSigDB_Hallmark_2020__Fatty Acid Metabolism (Femeninas)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GO_Biological_Process_2023__Positive Regulation Of Type I Interferon Production (Femeninas). 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GO_Biological_Process_2023__Positive Regulation Of Interferon-Beta Production (Femeninas)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…… revisar juntos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